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-914400"/>
            <a:ext cx="3657600" cy="3657600"/>
          </a:xfrm>
          <a:prstGeom prst="ellipse">
            <a:avLst/>
          </a:prstGeom>
          <a:solidFill>
            <a:srgbClr val="3B6CFF">
              <a:alpha val="15000"/>
            </a:srgbClr>
          </a:solidFill>
          <a:ln w="12700">
            <a:solidFill>
              <a:srgbClr val="3B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7A5CFF">
              <a:alpha val="15000"/>
            </a:srgbClr>
          </a:solidFill>
          <a:ln w="12700">
            <a:solidFill>
              <a:srgbClr val="7A5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28016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DmtPlat AI 知识库管理系统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智能工作助手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82880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面向企业岗位的 AI 内容创作工作台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</a:rPr>
              <a:t>产品介绍 · 2026</a:t>
            </a:r>
            <a:endParaRPr lang="en-US" sz="11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E"/>
                </a:solidFill>
              </a:rPr>
              <a:t>目录 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今天我们将介绍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6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6"/>
                </a:solidFill>
              </a:rPr>
              <a:t>产品定位与价值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解决什么问题，为谁服务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00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5778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6"/>
                </a:solidFill>
              </a:rPr>
              <a:t>核心功能矩阵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6大岗位 × 9种创作能力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6304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6"/>
                </a:solidFill>
              </a:rPr>
              <a:t>亮点功能详解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PPT三步生成、双模板系统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154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A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57784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6"/>
                </a:solidFill>
              </a:rPr>
              <a:t>技术架构与优势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价值总结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2 / 12</a:t>
            </a:r>
            <a:endParaRPr lang="en-US" sz="9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E"/>
                </a:solidFill>
              </a:rPr>
              <a:t>产品定位 POSITIONING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面向岗位的 AI 内容创作工作台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96A"/>
                </a:solidFill>
              </a:rPr>
              <a:t>基于知识库或大模型能力，快速生成岗位工作所需内容，覆盖方案、话术、PPT、表格、报告等多种业务场景。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3B6CFF">
              <a:alpha val="7000"/>
            </a:srgbClr>
          </a:solidFill>
          <a:ln w="12700">
            <a:solidFill>
              <a:srgbClr val="3B6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CFF"/>
                </a:solidFill>
              </a:rPr>
              <a:t>核心理念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96A"/>
                </a:solidFill>
              </a:rPr>
              <a:t>创作模板决定"生成什么内容"，结构模板决定"内容如何呈现"，实现内容与结构彻底解耦。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精准岗位匹配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6大岗位定制化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知识库驱动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2240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私有知识生成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结构化输出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专业排版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27432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3337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高效复用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模板一键调用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3 / 12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E"/>
                </a:solidFill>
              </a:rPr>
              <a:t>痛点与方案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从"不会写"到"秒级生成专业内容"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840480" cy="54864"/>
          </a:xfrm>
          <a:prstGeom prst="rect">
            <a:avLst/>
          </a:prstGeom>
          <a:solidFill>
            <a:srgbClr val="E044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445A"/>
                </a:solidFill>
              </a:rPr>
              <a:t>❌ 传统工作方式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方案/PPT/报告撰写耗时耗力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新人不熟悉岗位话术和规范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企业知识库沉睡，难以复用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2369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内容格式不统一，质量参差不齐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重复劳动多，产出效率低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F7F7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F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1280160"/>
            <a:ext cx="3840480" cy="3017520"/>
          </a:xfrm>
          <a:prstGeom prst="roundRect">
            <a:avLst>
              <a:gd name="adj" fmla="val 2424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280160"/>
            <a:ext cx="3840480" cy="54864"/>
          </a:xfrm>
          <a:prstGeom prst="rect">
            <a:avLst/>
          </a:prstGeom>
          <a:solidFill>
            <a:srgbClr val="1AAF6C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AF6C"/>
                </a:solidFill>
              </a:rPr>
              <a:t>✅ 智能工作助手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填写关键信息，AI秒级生成初稿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23591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内置岗位模板，新人快速上手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7980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对接知识库，引用来源可追溯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32369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结构模板保证输出专业统一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3675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96A"/>
                </a:solidFill>
              </a:rPr>
              <a:t>• 模板复用，效率提升10倍+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4 / 12</a:t>
            </a:r>
            <a:endParaRPr lang="en-US" sz="9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E"/>
                </a:solidFill>
              </a:rPr>
              <a:t>岗位覆盖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为每个岗位定制专属AI能力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59A674">
              <a:alpha val="15000"/>
            </a:srgbClr>
          </a:solidFill>
          <a:ln w="12700">
            <a:solidFill>
              <a:srgbClr val="59A67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90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6"/>
                </a:solidFill>
              </a:rPr>
              <a:t>销售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客户方案、产品话术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59A674">
              <a:alpha val="10000"/>
            </a:srgbClr>
          </a:solidFill>
          <a:ln w="12700">
            <a:solidFill>
              <a:srgbClr val="59A674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A674"/>
                </a:solidFill>
              </a:rPr>
              <a:t>写作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737360" y="219456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59A674">
              <a:alpha val="10000"/>
            </a:srgbClr>
          </a:solidFill>
          <a:ln w="12700">
            <a:solidFill>
              <a:srgbClr val="59A674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A674"/>
                </a:solidFill>
              </a:rPr>
              <a:t>表格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4505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59A674">
              <a:alpha val="10000"/>
            </a:srgbClr>
          </a:solidFill>
          <a:ln w="12700">
            <a:solidFill>
              <a:srgbClr val="59A674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505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A674"/>
                </a:solidFill>
              </a:rPr>
              <a:t>PPT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37360" y="24505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59A674">
              <a:alpha val="10000"/>
            </a:srgbClr>
          </a:solidFill>
          <a:ln w="12700">
            <a:solidFill>
              <a:srgbClr val="59A674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4505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A674"/>
                </a:solidFill>
              </a:rPr>
              <a:t>翻译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0" y="12801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463040"/>
            <a:ext cx="548640" cy="548640"/>
          </a:xfrm>
          <a:prstGeom prst="ellipse">
            <a:avLst/>
          </a:prstGeom>
          <a:solidFill>
            <a:srgbClr val="6B9B8A">
              <a:alpha val="15000"/>
            </a:srgbClr>
          </a:solidFill>
          <a:ln w="12700">
            <a:solidFill>
              <a:srgbClr val="6B9B8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490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2336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6"/>
                </a:solidFill>
              </a:rPr>
              <a:t>客服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2336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标准回复、问题解答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219456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B9B8A">
              <a:alpha val="10000"/>
            </a:srgbClr>
          </a:solidFill>
          <a:ln w="12700">
            <a:solidFill>
              <a:srgbClr val="6B9B8A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9B8A"/>
                </a:solidFill>
              </a:rPr>
              <a:t>写作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219456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B9B8A">
              <a:alpha val="10000"/>
            </a:srgbClr>
          </a:solidFill>
          <a:ln w="12700">
            <a:solidFill>
              <a:srgbClr val="6B9B8A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9B8A"/>
                </a:solidFill>
              </a:rPr>
              <a:t>转写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83280" y="24505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B9B8A">
              <a:alpha val="10000"/>
            </a:srgbClr>
          </a:solidFill>
          <a:ln w="12700">
            <a:solidFill>
              <a:srgbClr val="6B9B8A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4505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9B8A"/>
                </a:solidFill>
              </a:rPr>
              <a:t>翻译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80560" y="24505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B9B8A">
              <a:alpha val="10000"/>
            </a:srgbClr>
          </a:solidFill>
          <a:ln w="12700">
            <a:solidFill>
              <a:srgbClr val="6B9B8A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4505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9B8A"/>
                </a:solidFill>
              </a:rPr>
              <a:t>表格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0" y="12801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1463040"/>
            <a:ext cx="548640" cy="548640"/>
          </a:xfrm>
          <a:prstGeom prst="ellipse">
            <a:avLst/>
          </a:prstGeom>
          <a:solidFill>
            <a:srgbClr val="C4A35A">
              <a:alpha val="15000"/>
            </a:srgbClr>
          </a:solidFill>
          <a:ln w="12700">
            <a:solidFill>
              <a:srgbClr val="C4A35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4904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6656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6"/>
                </a:solidFill>
              </a:rPr>
              <a:t>市场运营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6656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营销文案、行业报告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219456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C4A35A">
              <a:alpha val="10000"/>
            </a:srgbClr>
          </a:solidFill>
          <a:ln w="12700">
            <a:solidFill>
              <a:srgbClr val="C4A35A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A35A"/>
                </a:solidFill>
              </a:rPr>
              <a:t>写作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223760" y="219456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C4A35A">
              <a:alpha val="10000"/>
            </a:srgbClr>
          </a:solidFill>
          <a:ln w="12700">
            <a:solidFill>
              <a:srgbClr val="C4A35A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2194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A35A"/>
                </a:solidFill>
              </a:rPr>
              <a:t>图像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26480" y="24505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C4A35A">
              <a:alpha val="10000"/>
            </a:srgbClr>
          </a:solidFill>
          <a:ln w="12700">
            <a:solidFill>
              <a:srgbClr val="C4A35A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24505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A35A"/>
                </a:solidFill>
              </a:rPr>
              <a:t>视频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23760" y="24505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C4A35A">
              <a:alpha val="10000"/>
            </a:srgbClr>
          </a:solidFill>
          <a:ln w="12700">
            <a:solidFill>
              <a:srgbClr val="C4A35A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24505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A35A"/>
                </a:solidFill>
              </a:rPr>
              <a:t>报告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29718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280160" y="3200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6"/>
                </a:solidFill>
              </a:rPr>
              <a:t>人力资源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8016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招聘JD、绩效评估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388620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8862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</a:rPr>
              <a:t>写作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737360" y="388620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7360" y="38862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</a:rPr>
              <a:t>表格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40080" y="414223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1422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</a:rPr>
              <a:t>PPT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737360" y="414223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0" y="41422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</a:rPr>
              <a:t>报告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0" y="29718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83280" y="3154680"/>
            <a:ext cx="548640" cy="54864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4023360" y="3200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6"/>
                </a:solidFill>
              </a:rPr>
              <a:t>产品经理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402336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PRD文档、功能清单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383280" y="388620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38862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4899"/>
                </a:solidFill>
              </a:rPr>
              <a:t>写作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480560" y="388620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80560" y="38862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4899"/>
                </a:solidFill>
              </a:rPr>
              <a:t>表格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14223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83280" y="41422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4899"/>
                </a:solidFill>
              </a:rPr>
              <a:t>PPT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480560" y="414223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0" y="41422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C4899"/>
                </a:solidFill>
              </a:rPr>
              <a:t>报告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943600" y="29718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26480" y="3154680"/>
            <a:ext cx="548640" cy="54864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31821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6766560" y="3200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6"/>
                </a:solidFill>
              </a:rPr>
              <a:t>技术支持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676656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技术文档、故障排查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26480" y="388620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26480" y="38862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</a:rPr>
              <a:t>写作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223760" y="388620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23760" y="388620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</a:rPr>
              <a:t>表格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26480" y="414223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26480" y="41422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</a:rPr>
              <a:t>报告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223760" y="414223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23760" y="41422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</a:rPr>
              <a:t>转写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5 / 12</a:t>
            </a:r>
            <a:endParaRPr lang="en-US" sz="900" dirty="0"/>
          </a:p>
        </p:txBody>
      </p:sp>
      <p:sp>
        <p:nvSpPr>
          <p:cNvPr id="8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E"/>
                </a:solidFill>
              </a:rPr>
              <a:t>创作能力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全方位满足内容创作需求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44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智能写作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146304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3B6CFF">
              <a:alpha val="12000"/>
            </a:srgbClr>
          </a:solidFill>
          <a:ln w="12700">
            <a:solidFill>
              <a:srgbClr val="3B6C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463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CFF"/>
                </a:solidFill>
              </a:rPr>
              <a:t>支持知识库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方案、话术、邮件、报告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0" y="1444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表格生成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146304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3B6CFF">
              <a:alpha val="12000"/>
            </a:srgbClr>
          </a:solidFill>
          <a:ln w="12700">
            <a:solidFill>
              <a:srgbClr val="3B6C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463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CFF"/>
                </a:solidFill>
              </a:rPr>
              <a:t>支持知识库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对比表、清单表、报价单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280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14447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PPT生成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146304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FF5C8A">
              <a:alpha val="12000"/>
            </a:srgbClr>
          </a:solidFill>
          <a:ln w="12700">
            <a:solidFill>
              <a:srgbClr val="FF5C8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1463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5C8A"/>
                </a:solidFill>
              </a:rPr>
              <a:t>核心亮点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2648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三步生成完整PPT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3774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研究报告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256032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1AAF6C">
              <a:alpha val="12000"/>
            </a:srgbClr>
          </a:solidFill>
          <a:ln w="12700">
            <a:solidFill>
              <a:srgbClr val="1AAF6C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2560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AF6C"/>
                </a:solidFill>
              </a:rPr>
              <a:t>仅知识库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008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行业研究、市场调研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23774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404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智能翻译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74920" y="256032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8A8F9E">
              <a:alpha val="12000"/>
            </a:srgbClr>
          </a:solidFill>
          <a:ln w="12700">
            <a:solidFill>
              <a:srgbClr val="8A8F9E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560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F9E"/>
                </a:solidFill>
              </a:rPr>
              <a:t>自由生成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8328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多语言文本和文档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3774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🎤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5836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录音转写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818120" y="256032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8A8F9E">
              <a:alpha val="12000"/>
            </a:srgbClr>
          </a:solidFill>
          <a:ln w="12700">
            <a:solidFill>
              <a:srgbClr val="8A8F9E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2560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F9E"/>
                </a:solidFill>
              </a:rPr>
              <a:t>支持附件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2648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音频转写+要点提取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4747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9728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图像生成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331720" y="365760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7A5CFF">
              <a:alpha val="12000"/>
            </a:srgbClr>
          </a:solidFill>
          <a:ln w="12700">
            <a:solidFill>
              <a:srgbClr val="7A5CFF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3657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FF"/>
                </a:solidFill>
              </a:rPr>
              <a:t>多模态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4008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图片、海报、配图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0" y="34747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84048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视频生成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074920" y="365760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7A5CFF">
              <a:alpha val="12000"/>
            </a:srgbClr>
          </a:solidFill>
          <a:ln w="12700">
            <a:solidFill>
              <a:srgbClr val="7A5CFF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3657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FF"/>
                </a:solidFill>
              </a:rPr>
              <a:t>多模态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38328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短视频脚本、数字人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43600" y="34747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3611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58368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6"/>
                </a:solidFill>
              </a:rPr>
              <a:t>音乐生成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818120" y="3657600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7A5CFF">
              <a:alpha val="12000"/>
            </a:srgbClr>
          </a:solidFill>
          <a:ln w="12700">
            <a:solidFill>
              <a:srgbClr val="7A5CFF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18120" y="3657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5CFF"/>
                </a:solidFill>
              </a:rPr>
              <a:t>多模态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12648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96A"/>
                </a:solidFill>
              </a:rPr>
              <a:t>背景音乐素材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6 / 12</a:t>
            </a:r>
            <a:endParaRPr lang="en-US" sz="900" dirty="0"/>
          </a:p>
        </p:txBody>
      </p:sp>
      <p:sp>
        <p:nvSpPr>
          <p:cNvPr id="6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FF5C8A">
              <a:alpha val="12000"/>
            </a:srgbClr>
          </a:solidFill>
          <a:ln w="12700">
            <a:solidFill>
              <a:srgbClr val="FF5C8A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C8A"/>
                </a:solidFill>
              </a:rPr>
              <a:t>核心功能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280160" y="301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6CFF"/>
                </a:solidFill>
              </a:rPr>
              <a:t>PPT 三步生成流程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简单三步，生成专业级PPT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3B6CFF"/>
          </a:solidFill>
          <a:ln w="12700">
            <a:solidFill>
              <a:srgbClr val="3B6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6CFF"/>
                </a:solidFill>
              </a:rPr>
              <a:t>主题内容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2608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F9E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2606040" cy="45720"/>
          </a:xfrm>
          <a:prstGeom prst="rect">
            <a:avLst/>
          </a:prstGeom>
          <a:solidFill>
            <a:srgbClr val="3B6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汇报主题、对象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核心信息、要点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表单化填写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457200" cy="457200"/>
          </a:xfrm>
          <a:prstGeom prst="ellipse">
            <a:avLst/>
          </a:prstGeom>
          <a:solidFill>
            <a:srgbClr val="7A5CFF"/>
          </a:solidFill>
          <a:ln w="12700">
            <a:solidFill>
              <a:srgbClr val="7A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8620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CFF"/>
                </a:solidFill>
              </a:rPr>
              <a:t>视觉结构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6072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F9E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91840" y="21945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194560"/>
            <a:ext cx="2606040" cy="45720"/>
          </a:xfrm>
          <a:prstGeom prst="rect">
            <a:avLst/>
          </a:prstGeom>
          <a:solidFill>
            <a:srgbClr val="7A5C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10套结构模板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6种主题配色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实时预览、母版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554480"/>
            <a:ext cx="457200" cy="457200"/>
          </a:xfrm>
          <a:prstGeom prst="ellipse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20840" y="16276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C8A"/>
                </a:solidFill>
              </a:rPr>
              <a:t>大纲确认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219456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194560"/>
            <a:ext cx="2606040" cy="45720"/>
          </a:xfrm>
          <a:prstGeom prst="rect">
            <a:avLst/>
          </a:prstGeom>
          <a:solidFill>
            <a:srgbClr val="FF5C8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可视化编辑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增删拖拽排序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96A"/>
                </a:solidFill>
              </a:rPr>
              <a:t>• 一键生成PPT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7 / 12</a:t>
            </a:r>
            <a:endParaRPr lang="en-US" sz="9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E"/>
                </a:solidFill>
              </a:rPr>
              <a:t>模板系统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创作模板 + 结构模板，彻底解耦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3B6C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3B6C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6"/>
                </a:solidFill>
              </a:rPr>
              <a:t>创作模板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96A"/>
                </a:solidFill>
              </a:rPr>
              <a:t>"输入信息 → AI生成内容"的任务配置，回答"生成什么内容"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216"/>
                </a:solidFill>
              </a:rPr>
              <a:t>✓ 为谁用？（岗位角色）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216"/>
                </a:solidFill>
              </a:rPr>
              <a:t>✓ 做什么？（能力类型）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216"/>
                </a:solidFill>
              </a:rPr>
              <a:t>✓ 填什么？（输入字段）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216"/>
                </a:solidFill>
              </a:rPr>
              <a:t>✓ 怎么生成？（提示词）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7A5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983480" y="1508760"/>
            <a:ext cx="457200" cy="457200"/>
          </a:xfrm>
          <a:prstGeom prst="ellipse">
            <a:avLst/>
          </a:prstGeom>
          <a:solidFill>
            <a:srgbClr val="7A5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361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6"/>
                </a:solidFill>
              </a:rPr>
              <a:t>结构模板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96A"/>
                </a:solidFill>
              </a:rPr>
              <a:t>固定结构、章节、版式与视觉样式，回答"内容如何呈现"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216"/>
                </a:solidFill>
              </a:rPr>
              <a:t>✓ 输出长什么样？（视觉风格）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216"/>
                </a:solidFill>
              </a:rPr>
              <a:t>✓ 有哪些章节/页面？（结构）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216"/>
                </a:solidFill>
              </a:rPr>
              <a:t>✓ 每个位置放什么？（占位符）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216"/>
                </a:solidFill>
              </a:rPr>
              <a:t>✓ 用什么视觉风格？（主题）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8 / 12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E"/>
                </a:solidFill>
              </a:rPr>
              <a:t>用户价值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为用户和企业创造实实在在的价值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F9E"/>
                </a:solidFill>
              </a:rPr>
              <a:t>用户价值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降低认知成本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96A"/>
                </a:solidFill>
              </a:rPr>
              <a:t>语义清晰，30秒理解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17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F9E"/>
                </a:solidFill>
              </a:rPr>
              <a:t>用户价值 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产出可预期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96A"/>
                </a:solidFill>
              </a:rPr>
              <a:t>提前预览，避免反复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E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F9E"/>
                </a:solidFill>
              </a:rPr>
              <a:t>用户价值 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2648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内容更专业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2648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96A"/>
                </a:solidFill>
              </a:rPr>
              <a:t>完整章节统一视觉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0F6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F9E"/>
                </a:solidFill>
              </a:rPr>
              <a:t>用户价值 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提升复用率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96A"/>
                </a:solidFill>
              </a:rPr>
              <a:t>模板复用，效率10倍+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45720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FF5E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F9E"/>
                </a:solidFill>
              </a:rPr>
              <a:t>企业价值 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企业定制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38328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96A"/>
                </a:solidFill>
              </a:rPr>
              <a:t>上传VI母版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45720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E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709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A8F9E"/>
                </a:solidFill>
              </a:rPr>
              <a:t>企业价值 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竞争壁垒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2648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96A"/>
                </a:solidFill>
              </a:rPr>
              <a:t>双重壁垒，提升留存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9 / 12</a:t>
            </a:r>
            <a:endParaRPr lang="en-US" sz="9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8F9E"/>
                </a:solidFill>
              </a:rPr>
              <a:t>技术架构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轻量高效，易于扩展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5F7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96A"/>
                </a:solidFill>
              </a:rPr>
              <a:t>前端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0" y="128016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Vite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6459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构建工具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28016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JS ES6+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原生模块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128016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CSS3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6459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主题系统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32320" y="128016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4173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FontAwesome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16459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图标库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5F7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86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96A"/>
                </a:solidFill>
              </a:rPr>
              <a:t>后端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423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Express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26517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Web框架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423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Multer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26517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文件上传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423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多格式解析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6517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DOCX/XLSX/PDF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22860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423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PptxGenJS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26517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PPT生成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2918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5F7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91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96A"/>
                </a:solidFill>
              </a:rPr>
              <a:t>存储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645920" y="329184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0" y="34290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localStorage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37360" y="36576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本地存储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0" y="329184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34290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CORS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66160" y="36576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跨域支持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03520" y="329184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34290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JSZip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94960" y="36576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ZIP处理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32320" y="329184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342900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216"/>
                </a:solidFill>
              </a:rPr>
              <a:t>ESLint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36576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代码规范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10 / 12</a:t>
            </a:r>
            <a:endParaRPr lang="en-US" sz="9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548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B6CFF"/>
                </a:solidFill>
              </a:rPr>
              <a:t>一句话总结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可预期、可复用、可定制的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1112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企业级内容生成引擎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6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96A"/>
                </a:solidFill>
              </a:rPr>
              <a:t>大岗位角色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42032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5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542032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96A"/>
                </a:solidFill>
              </a:rPr>
              <a:t>种创作能力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26864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5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26864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96A"/>
                </a:solidFill>
              </a:rPr>
              <a:t>套PPT模板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11696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A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711696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96A"/>
                </a:solidFill>
              </a:rPr>
              <a:t>个业务场景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84048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3B6CFF">
              <a:alpha val="5000"/>
            </a:srgbClr>
          </a:solidFill>
          <a:ln w="12700">
            <a:solidFill>
              <a:srgbClr val="3B6C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8862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216"/>
                </a:solidFill>
              </a:rPr>
              <a:t>将"模板"拆分为"创作模板"和"结构模板"，让智能工作助手从"任务配置"升级为企业级内容生成引擎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DmtPlat · 智能工作助手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9E"/>
                </a:solidFill>
              </a:rPr>
              <a:t>11 / 12</a:t>
            </a:r>
            <a:endParaRPr lang="en-US" sz="9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-914400"/>
            <a:ext cx="3657600" cy="3657600"/>
          </a:xfrm>
          <a:prstGeom prst="ellipse">
            <a:avLst/>
          </a:prstGeom>
          <a:solidFill>
            <a:srgbClr val="3B6CFF">
              <a:alpha val="15000"/>
            </a:srgbClr>
          </a:solidFill>
          <a:ln w="12700">
            <a:solidFill>
              <a:srgbClr val="3B6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7A5CFF">
              <a:alpha val="15000"/>
            </a:srgbClr>
          </a:solidFill>
          <a:ln w="12700">
            <a:solidFill>
              <a:srgbClr val="7A5C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谢谢聆听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</a:rPr>
              <a:t>智能工作助手 · 让AI成为每个人的工作伙伴</a:t>
            </a:r>
            <a:endParaRPr lang="en-US" sz="15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DmtPlat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智能工作助手 - 产品介绍</dc:title>
  <dc:subject>PptxGenJS Presentation</dc:subject>
  <dc:creator>DmtPlat</dc:creator>
  <cp:lastModifiedBy>DmtPlat</cp:lastModifiedBy>
  <cp:revision>1</cp:revision>
  <dcterms:created xsi:type="dcterms:W3CDTF">2026-07-20T06:59:26Z</dcterms:created>
  <dcterms:modified xsi:type="dcterms:W3CDTF">2026-07-20T06:59:26Z</dcterms:modified>
</cp:coreProperties>
</file>